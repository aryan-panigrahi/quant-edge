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5" d="100"/>
          <a:sy n="65" d="100"/>
        </p:scale>
        <p:origin x="82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3" t="-247" r="-123"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20425">
                <a:moveTo>
                  <a:pt x="0" y="0"/>
                </a:moveTo>
                <a:lnTo>
                  <a:pt x="18288000" y="0"/>
                </a:lnTo>
                <a:lnTo>
                  <a:pt x="18288000" y="10220425"/>
                </a:lnTo>
                <a:lnTo>
                  <a:pt x="0" y="102204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917" b="-5917"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0</Words>
  <Application>Microsoft Office PowerPoint</Application>
  <PresentationFormat>Custom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Panigrahi</cp:lastModifiedBy>
  <cp:revision>2</cp:revision>
  <dcterms:created xsi:type="dcterms:W3CDTF">2006-08-16T00:00:00Z</dcterms:created>
  <dcterms:modified xsi:type="dcterms:W3CDTF">2026-04-10T11:51:24Z</dcterms:modified>
  <dc:identifier>DAHGb22iXsc</dc:identifier>
</cp:coreProperties>
</file>